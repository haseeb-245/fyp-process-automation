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887A-53BB-4859-B84C-30D7C437351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E39D-FA35-454E-8041-901F87624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52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887A-53BB-4859-B84C-30D7C437351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E39D-FA35-454E-8041-901F87624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06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887A-53BB-4859-B84C-30D7C437351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E39D-FA35-454E-8041-901F87624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887A-53BB-4859-B84C-30D7C437351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E39D-FA35-454E-8041-901F87624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36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887A-53BB-4859-B84C-30D7C437351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E39D-FA35-454E-8041-901F87624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28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887A-53BB-4859-B84C-30D7C437351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E39D-FA35-454E-8041-901F87624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57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887A-53BB-4859-B84C-30D7C437351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E39D-FA35-454E-8041-901F87624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66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887A-53BB-4859-B84C-30D7C437351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E39D-FA35-454E-8041-901F87624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8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887A-53BB-4859-B84C-30D7C437351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E39D-FA35-454E-8041-901F87624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30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887A-53BB-4859-B84C-30D7C437351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E39D-FA35-454E-8041-901F87624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3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2887A-53BB-4859-B84C-30D7C437351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0E39D-FA35-454E-8041-901F87624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47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2887A-53BB-4859-B84C-30D7C4373513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0E39D-FA35-454E-8041-901F87624A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35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7704"/>
            <a:ext cx="12225645" cy="75957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543" y="200762"/>
            <a:ext cx="5109029" cy="340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874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9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7644"/>
            <a:ext cx="12191999" cy="687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8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6" y="1"/>
            <a:ext cx="121802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171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615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7810"/>
            <a:ext cx="12188379" cy="713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24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46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Haseeb Irfan</dc:creator>
  <cp:lastModifiedBy>Haseeb Irfan</cp:lastModifiedBy>
  <cp:revision>2</cp:revision>
  <dcterms:created xsi:type="dcterms:W3CDTF">2025-05-27T06:12:21Z</dcterms:created>
  <dcterms:modified xsi:type="dcterms:W3CDTF">2025-05-27T06:18:58Z</dcterms:modified>
</cp:coreProperties>
</file>