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C60E-180E-409E-80E4-140627DCF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B0A61-CE2F-427A-AF44-EA3C90776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FA9E5-D816-46DE-8BBB-4112BCAA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99876-B45D-4B00-8EDD-CBEF52A0F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89F68-5B84-430B-A37E-C3A9CC3E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6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538A9-820D-4584-B282-D1C755A8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3E03-CB0C-4CAF-AA5B-26FA0D56E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52902-49D4-43A9-A2E2-67DA150BB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873CD-6A12-4E9A-9934-E556825C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87965-89CD-4543-A7EA-A1AB9A43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65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9CA3-ADDD-4354-81FD-5EBDD859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08D54-9395-458F-8A82-41C5A52FC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47391-8EBC-4DDF-BD5F-D2E1BE18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139CC-0456-4411-872D-3676EEDEF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05E3E-0E1E-4A5B-8BE7-18B045A6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1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8D337-3872-4903-A5D1-AA3C6780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3B32B-0438-48AE-B5C7-AF50CF65F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BB1BE-B5A1-4D47-8570-95E5B92E5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AF0F3-DD4C-4D52-BF8D-5A250601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1744C-1B2D-4911-BFA1-3853F576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35530-4EE3-4D33-840D-D3172765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9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9E99-1398-4ED4-B9C6-8E2413B5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69194-97D8-4CCC-854A-A4D33A01D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05E6F-100F-4E71-BFFF-97A1E3BA9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D293F9-2E6A-4541-B508-AD2A767C0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3B64B-A4AB-4E10-8A5E-F473DD0E0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A912F-587F-4B20-8155-83331296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00CE0-CC21-489E-9A0A-B8253D6D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5BBE4C-CD9F-4DAD-A132-F0140D36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91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79AE-D87C-4E5D-8DFE-11C84F94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39B7B1-EF2E-4A05-A3FD-95A4A31D1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A66B1-0D44-453F-BDDF-755288BB4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45196-0544-4BCF-9DF2-BB2FA9F6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8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D3D37-986F-4D85-9214-D4AABF0B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739D7-381F-48D0-8751-BB9E7B34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64498-6DEE-4677-B704-0A65485D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3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403F-28F7-455A-9D02-109EBFA1E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50578-D2D2-4822-A88F-43262808A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4227A-4946-4A27-8C51-D5128EA8A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B0CE7-130C-4DE2-B6E3-DA04E1A5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98E6C-E99C-4E6D-BB6D-BF03EB68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4F8B7-00C3-47A0-8E61-D35DBA81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6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32FC-FBD4-445C-A185-BAD1FEF5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179F0-7E09-4C98-A309-FF79F649B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7804E-EDAF-4D0E-9228-DC4A5E81A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8E005-C132-47AB-B32E-DA92BF14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35593-80BD-4284-B54C-4A89B51A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E3885-6D82-46A5-B1C4-13F67771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2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E1E4-7632-4041-9537-ACA666DF8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FA48C-24DF-473D-8032-6D6F1BB79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EA4D0-6FE9-4FC3-95D9-4F0D37621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98E8A-F5FA-49C7-9539-9C34AB8D3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50908-9F39-4F04-A1D4-29D9091D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3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6C3BE0-A9C5-4A9B-82C2-32EAC98AA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0A681-E3FB-493A-B563-E39FCC2CB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73BE0-88B7-4200-8F17-C438363F9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E18B3-D89B-4E50-BAF5-AFF003B5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7649E-D7A7-4541-8F98-9EAC3051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12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7CED2-CFF4-47FB-A53E-524E0F7B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BF46B-CA30-4BDF-ADEC-995379DB2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9C39D-DD54-428A-BAE2-58F6A7DE7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E3E3C-075B-46DD-8293-DE7ACC2149E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F35F7-42D1-4DB4-9752-A1ECDEC73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C45BE-76E2-4573-9084-11536D6D7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66B94-5856-4EA3-8AF1-6360C52D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C9D8-32C6-432A-AC83-A2A24F6825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Gdsgdsjsgjsgjsgsjfgjfsgsfjg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64AF2-ED74-49A7-8BA9-5508150B93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4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0C30-4AA5-40DE-A475-BF84F26C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7B81F-1703-4622-882A-089B69ED5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Jbsjfbsjbjsbfbsjfbsfj</a:t>
            </a:r>
            <a:r>
              <a:rPr lang="en-US" dirty="0"/>
              <a:t> </a:t>
            </a:r>
            <a:r>
              <a:rPr lang="en-US" dirty="0" err="1"/>
              <a:t>js</a:t>
            </a:r>
            <a:r>
              <a:rPr lang="en-US" dirty="0"/>
              <a:t> </a:t>
            </a:r>
            <a:r>
              <a:rPr lang="en-US" dirty="0" err="1"/>
              <a:t>cj</a:t>
            </a:r>
            <a:r>
              <a:rPr lang="en-US" dirty="0"/>
              <a:t> </a:t>
            </a:r>
            <a:r>
              <a:rPr lang="en-US"/>
              <a:t>cjbjebjbefjbfjbjbfjebfjefbefjbj</a:t>
            </a:r>
          </a:p>
        </p:txBody>
      </p:sp>
    </p:spTree>
    <p:extLst>
      <p:ext uri="{BB962C8B-B14F-4D97-AF65-F5344CB8AC3E}">
        <p14:creationId xmlns:p14="http://schemas.microsoft.com/office/powerpoint/2010/main" val="2467652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Gdsgdsjsgjsgjsgsjfgjfsgsfjg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Gdsgdsjsgjsgjsgsjfgjfsgsfjg </dc:title>
  <dc:creator>01-131232-033</dc:creator>
  <cp:lastModifiedBy>01-131232-033</cp:lastModifiedBy>
  <cp:revision>1</cp:revision>
  <dcterms:created xsi:type="dcterms:W3CDTF">2025-12-09T16:42:39Z</dcterms:created>
  <dcterms:modified xsi:type="dcterms:W3CDTF">2025-12-09T16:42:52Z</dcterms:modified>
</cp:coreProperties>
</file>